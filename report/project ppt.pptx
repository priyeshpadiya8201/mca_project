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91" r:id="rId6"/>
    <p:sldId id="260" r:id="rId7"/>
    <p:sldId id="261" r:id="rId8"/>
    <p:sldId id="262" r:id="rId9"/>
    <p:sldId id="263" r:id="rId10"/>
    <p:sldId id="29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94" r:id="rId20"/>
    <p:sldId id="295" r:id="rId21"/>
    <p:sldId id="273" r:id="rId22"/>
    <p:sldId id="274" r:id="rId23"/>
    <p:sldId id="275" r:id="rId24"/>
    <p:sldId id="276" r:id="rId25"/>
    <p:sldId id="277" r:id="rId26"/>
    <p:sldId id="278" r:id="rId27"/>
    <p:sldId id="29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7" d="100"/>
          <a:sy n="87" d="100"/>
        </p:scale>
        <p:origin x="696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6E8DE-B1F1-4210-8E27-54EECB36F10A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C612-7D69-4E39-8ADF-6F7199C74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461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6E8DE-B1F1-4210-8E27-54EECB36F10A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C612-7D69-4E39-8ADF-6F7199C74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822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6E8DE-B1F1-4210-8E27-54EECB36F10A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C612-7D69-4E39-8ADF-6F7199C74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192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6E8DE-B1F1-4210-8E27-54EECB36F10A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C612-7D69-4E39-8ADF-6F7199C74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664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6E8DE-B1F1-4210-8E27-54EECB36F10A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C612-7D69-4E39-8ADF-6F7199C74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198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6E8DE-B1F1-4210-8E27-54EECB36F10A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C612-7D69-4E39-8ADF-6F7199C74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438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6E8DE-B1F1-4210-8E27-54EECB36F10A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C612-7D69-4E39-8ADF-6F7199C74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320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6E8DE-B1F1-4210-8E27-54EECB36F10A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C612-7D69-4E39-8ADF-6F7199C74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40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6E8DE-B1F1-4210-8E27-54EECB36F10A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C612-7D69-4E39-8ADF-6F7199C74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8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6E8DE-B1F1-4210-8E27-54EECB36F10A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C612-7D69-4E39-8ADF-6F7199C74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162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6E8DE-B1F1-4210-8E27-54EECB36F10A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C612-7D69-4E39-8ADF-6F7199C749C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3415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6E8DE-B1F1-4210-8E27-54EECB36F10A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C612-7D69-4E39-8ADF-6F7199C74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184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6E8DE-B1F1-4210-8E27-54EECB36F10A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C612-7D69-4E39-8ADF-6F7199C749C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9916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6E8DE-B1F1-4210-8E27-54EECB36F10A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C612-7D69-4E39-8ADF-6F7199C74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7744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6E8DE-B1F1-4210-8E27-54EECB36F10A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C612-7D69-4E39-8ADF-6F7199C74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815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6E8DE-B1F1-4210-8E27-54EECB36F10A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C612-7D69-4E39-8ADF-6F7199C74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219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6E8DE-B1F1-4210-8E27-54EECB36F10A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108C612-7D69-4E39-8ADF-6F7199C74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807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4ECBA-56A1-4008-8943-E8759B657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43" y="1541209"/>
            <a:ext cx="8637073" cy="1887791"/>
          </a:xfrm>
        </p:spPr>
        <p:txBody>
          <a:bodyPr>
            <a:normAutofit/>
          </a:bodyPr>
          <a:lstStyle/>
          <a:p>
            <a:pPr algn="r"/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4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roject Report On</a:t>
            </a:r>
            <a:br>
              <a:rPr lang="en-I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Shamballa</a:t>
            </a:r>
            <a:endParaRPr lang="en-I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0227A-75BB-4319-B2D9-E29CDC21C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843" y="3654558"/>
            <a:ext cx="8637072" cy="1662233"/>
          </a:xfrm>
        </p:spPr>
        <p:txBody>
          <a:bodyPr>
            <a:normAutofit fontScale="40000" lnSpcReduction="20000"/>
          </a:bodyPr>
          <a:lstStyle/>
          <a:p>
            <a:endParaRPr lang="en-IN" dirty="0"/>
          </a:p>
          <a:p>
            <a:endParaRPr lang="en-IN" sz="7400" dirty="0"/>
          </a:p>
          <a:p>
            <a:pPr algn="r"/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By.</a:t>
            </a:r>
          </a:p>
          <a:p>
            <a:pPr algn="r"/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Sagar Soneji[25260239]</a:t>
            </a:r>
          </a:p>
        </p:txBody>
      </p:sp>
    </p:spTree>
    <p:extLst>
      <p:ext uri="{BB962C8B-B14F-4D97-AF65-F5344CB8AC3E}">
        <p14:creationId xmlns:p14="http://schemas.microsoft.com/office/powerpoint/2010/main" val="311629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3D789-70ED-4836-A519-D8C2B68D7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75" y="426129"/>
            <a:ext cx="10726380" cy="129613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ospital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ccounting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E8A52-BF89-4A33-A45B-CC139FE1B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475" y="1828800"/>
            <a:ext cx="10726379" cy="5029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 			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Develpoed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Sagar Soneji[25260239]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Guided by.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Mr.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Parthik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Patel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pPr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  At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Shree Swaminarayan College of Computer Science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Gurukul Campus,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Sardarnagar,BHAVNAGAR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Phone No.(0278)2568222, Fax No.(0278)2568222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Affiiated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bhavnagar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University,Bhavnagar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E-mail:director@swamigurukul.com,Visit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us:www.gurukul.com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			</a:t>
            </a:r>
          </a:p>
        </p:txBody>
      </p:sp>
    </p:spTree>
    <p:extLst>
      <p:ext uri="{BB962C8B-B14F-4D97-AF65-F5344CB8AC3E}">
        <p14:creationId xmlns:p14="http://schemas.microsoft.com/office/powerpoint/2010/main" val="2833014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09106-AFD7-4563-BE09-DCDEE5C70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3072"/>
          </a:xfrm>
        </p:spPr>
        <p:txBody>
          <a:bodyPr>
            <a:normAutofit/>
          </a:bodyPr>
          <a:lstStyle/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itchFamily="18" charset="0"/>
                <a:cs typeface="Times New Roman" pitchFamily="18" charset="0"/>
              </a:rPr>
              <a:t>CONTENT</a:t>
            </a:r>
            <a:endParaRPr lang="en-IN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5AD09-DBD0-4C0D-AE9B-5DD94E118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0225"/>
            <a:ext cx="8596668" cy="4461137"/>
          </a:xfrm>
        </p:spPr>
        <p:txBody>
          <a:bodyPr/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MODULES OF SYSTEM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OBJECTIVE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PURPOSE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DIAGRAM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DATA DICTIONARY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SCREEN SHORT</a:t>
            </a:r>
          </a:p>
          <a:p>
            <a:pPr marL="0" indent="0">
              <a:buNone/>
            </a:pP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2133161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0B673-602B-4200-8588-B51395959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5217"/>
          </a:xfrm>
        </p:spPr>
        <p:txBody>
          <a:bodyPr>
            <a:normAutofit/>
          </a:bodyPr>
          <a:lstStyle/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17CBD-282F-4B12-8700-575D35BE0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4817"/>
            <a:ext cx="8596668" cy="4576546"/>
          </a:xfrm>
        </p:spPr>
        <p:txBody>
          <a:bodyPr/>
          <a:lstStyle/>
          <a:p>
            <a:r>
              <a:rPr lang="en-US" dirty="0"/>
              <a:t>Welcome to Shamballa Dive into our website to discover our peaceful sanctuary. Learn about our mission, explore our facilities, and join our community dedicated to harmony and enlightenment.</a:t>
            </a:r>
          </a:p>
          <a:p>
            <a:r>
              <a:rPr lang="en-US" dirty="0"/>
              <a:t> Welcome to a place where peace prevails and purpose thrives.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198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1890-1A07-40A3-92A2-E0DD83EAA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102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MODULES OF SYSTEM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7DD49-71D8-4E1B-AA37-A5E1A6F25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60629"/>
            <a:ext cx="8596668" cy="4376691"/>
          </a:xfrm>
        </p:spPr>
        <p:txBody>
          <a:bodyPr>
            <a:normAutofit/>
          </a:bodyPr>
          <a:lstStyle/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will show website content details..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Donation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is for temple donation and fill up temple donation form details.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Temples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is display the temple information like darshan time ,history etc.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is purchase a temple related product..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is display temples events celebration information..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139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0F2D1-E3D1-4363-B5C4-659B7639F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4194"/>
          </a:xfrm>
        </p:spPr>
        <p:txBody>
          <a:bodyPr>
            <a:normAutofit/>
          </a:bodyPr>
          <a:lstStyle/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7B771-2D98-4E0B-BA4A-A8705C43D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75535"/>
            <a:ext cx="8596668" cy="4265828"/>
          </a:xfrm>
        </p:spPr>
        <p:txBody>
          <a:bodyPr/>
          <a:lstStyle/>
          <a:p>
            <a:r>
              <a:rPr lang="en-US" dirty="0"/>
              <a:t>The main goal of Shamballa is to gather donations for our temple's needs. </a:t>
            </a:r>
          </a:p>
          <a:p>
            <a:r>
              <a:rPr lang="en-US" dirty="0"/>
              <a:t>Your contributions help us maintain our facilities, support temple activities, and ensure our community thrives.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With your generosity, we can continue spreading spirituality and cultural heritage to all who seek it. Thank you for being a part of our journey towards a better tomorrow.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406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91C9F-31E9-4925-91EE-F7F3FA8B6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IN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6A00A-8F02-4EFD-92B9-3EBD54C9E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3491"/>
            <a:ext cx="8596668" cy="4407871"/>
          </a:xfrm>
        </p:spPr>
        <p:txBody>
          <a:bodyPr/>
          <a:lstStyle/>
          <a:p>
            <a:r>
              <a:rPr lang="en-US" dirty="0"/>
              <a:t>The Shamballa Temple website aims to create a comprehensive online platform that caters to the diverse needs of our devotees and visitors.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The project scope encompasses providing essential </a:t>
            </a:r>
            <a:r>
              <a:rPr lang="en-US" dirty="0" err="1"/>
              <a:t>informationsuch</a:t>
            </a:r>
            <a:r>
              <a:rPr lang="en-US" dirty="0"/>
              <a:t> as darshan and aarti timings, offering a glimpse into the rich history of Shamballa, and showcasing the temple's beauty through a vibrant gallery.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41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6020-4533-4B63-B5F0-08FA1108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FLOW </a:t>
            </a:r>
            <a:r>
              <a:rPr lang="en-I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9371880-757D-4E73-895C-E561FF153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7881"/>
            <a:ext cx="8596668" cy="436348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level Diagram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Image 51" descr="dfd.drawio.png">
            <a:extLst>
              <a:ext uri="{FF2B5EF4-FFF2-40B4-BE49-F238E27FC236}">
                <a16:creationId xmlns:a16="http://schemas.microsoft.com/office/drawing/2014/main" id="{A17C3236-EFFB-49E1-A254-5AB475352D9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3647" y="2844194"/>
            <a:ext cx="6217919" cy="182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360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99048-BA48-4D7B-A2C9-FF31D8DB5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94191"/>
            <a:ext cx="8596668" cy="828583"/>
          </a:xfrm>
        </p:spPr>
        <p:txBody>
          <a:bodyPr/>
          <a:lstStyle/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FIRST LEVEL USER DFD</a:t>
            </a:r>
            <a:endParaRPr lang="en-IN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2" descr="1stlevel.drawio.png">
            <a:extLst>
              <a:ext uri="{FF2B5EF4-FFF2-40B4-BE49-F238E27FC236}">
                <a16:creationId xmlns:a16="http://schemas.microsoft.com/office/drawing/2014/main" id="{9388E5BE-886A-49C8-B964-E1A14288829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11219" y="1322774"/>
            <a:ext cx="7379746" cy="471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193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63BE1-1F34-44A3-90A1-78CB25787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FIRST LEVEL  ADMIN DFD</a:t>
            </a:r>
            <a:endParaRPr lang="en-IN" dirty="0"/>
          </a:p>
        </p:txBody>
      </p:sp>
      <p:pic>
        <p:nvPicPr>
          <p:cNvPr id="4" name="Image 53" descr="1leveladmin.drawio.png">
            <a:extLst>
              <a:ext uri="{FF2B5EF4-FFF2-40B4-BE49-F238E27FC236}">
                <a16:creationId xmlns:a16="http://schemas.microsoft.com/office/drawing/2014/main" id="{AD91E9CF-5FA6-4EE7-90DB-47533318D4D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68188" y="1656678"/>
            <a:ext cx="6379285" cy="484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514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53DC8-5B81-427A-8F61-6BD0FDFF3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6" name="Image 54">
            <a:extLst>
              <a:ext uri="{FF2B5EF4-FFF2-40B4-BE49-F238E27FC236}">
                <a16:creationId xmlns:a16="http://schemas.microsoft.com/office/drawing/2014/main" id="{26949724-42D3-4DF8-9065-F15C2026C2A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538344"/>
            <a:ext cx="7218381" cy="507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95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C0F97-A3DD-4B85-B67F-419E60669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itchFamily="18" charset="0"/>
                <a:cs typeface="Times New Roman" pitchFamily="18" charset="0"/>
              </a:rPr>
              <a:t>DATA DICTIONARY</a:t>
            </a:r>
            <a:endParaRPr lang="en-IN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CFAD0F1-9DDA-4D09-91C2-55C26D509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228" y="1410669"/>
            <a:ext cx="167972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994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994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994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994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994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94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94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94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94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994150" algn="l"/>
              </a:tabLst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1: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994150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28166655-E3D9-4BE0-96B5-BC189A6A9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345" y="1995444"/>
            <a:ext cx="6874525" cy="4372305"/>
          </a:xfrm>
        </p:spPr>
      </p:pic>
    </p:spTree>
    <p:extLst>
      <p:ext uri="{BB962C8B-B14F-4D97-AF65-F5344CB8AC3E}">
        <p14:creationId xmlns:p14="http://schemas.microsoft.com/office/powerpoint/2010/main" val="2383881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62248607-27C6-4A12-B4CB-3D2343AD2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68" y="1155605"/>
            <a:ext cx="1226411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994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994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994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994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994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94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94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94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94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994150" algn="l"/>
              </a:tabLst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2: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6EACE40-D962-4200-BEBB-988EC5631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3888" y="1817783"/>
            <a:ext cx="7017745" cy="449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93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9D5E8C96-65AD-4B6F-AEBA-1747A687D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816638"/>
            <a:ext cx="80137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73425" algn="l"/>
              </a:tabLst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3: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73425" algn="l"/>
              </a:tabLs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C87D41-7942-4B2C-8ADE-15627D9C6E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52" y="1531346"/>
            <a:ext cx="7359267" cy="4510680"/>
          </a:xfrm>
        </p:spPr>
      </p:pic>
    </p:spTree>
    <p:extLst>
      <p:ext uri="{BB962C8B-B14F-4D97-AF65-F5344CB8AC3E}">
        <p14:creationId xmlns:p14="http://schemas.microsoft.com/office/powerpoint/2010/main" val="3190953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3988A376-D3D1-4142-82A6-B5820596A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702" y="1125820"/>
            <a:ext cx="8013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73425" algn="l"/>
              </a:tabLst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4: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73425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07E0F16-AFB7-48EF-9E5A-E5692CFBE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076" y="1608464"/>
            <a:ext cx="6676406" cy="4433562"/>
          </a:xfrm>
        </p:spPr>
      </p:pic>
    </p:spTree>
    <p:extLst>
      <p:ext uri="{BB962C8B-B14F-4D97-AF65-F5344CB8AC3E}">
        <p14:creationId xmlns:p14="http://schemas.microsoft.com/office/powerpoint/2010/main" val="314693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D6E9F7F9-404D-4155-8307-AC9315C76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844" y="1070478"/>
            <a:ext cx="80137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73425" algn="l"/>
              </a:tabLst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5: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7AF5356-FA76-47C0-B5A1-144F515AF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007" y="1795749"/>
            <a:ext cx="6984694" cy="4225113"/>
          </a:xfrm>
        </p:spPr>
      </p:pic>
    </p:spTree>
    <p:extLst>
      <p:ext uri="{BB962C8B-B14F-4D97-AF65-F5344CB8AC3E}">
        <p14:creationId xmlns:p14="http://schemas.microsoft.com/office/powerpoint/2010/main" val="973969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89BB0647-EAE2-497E-9920-EC4ED2DCD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945" y="998311"/>
            <a:ext cx="74206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3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73425" algn="l"/>
              </a:tabLst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6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43A32F-3F56-4ADD-ACF3-9C8B1D6939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125" y="1729648"/>
            <a:ext cx="7028761" cy="4312377"/>
          </a:xfrm>
        </p:spPr>
      </p:pic>
    </p:spTree>
    <p:extLst>
      <p:ext uri="{BB962C8B-B14F-4D97-AF65-F5344CB8AC3E}">
        <p14:creationId xmlns:p14="http://schemas.microsoft.com/office/powerpoint/2010/main" val="716310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D56E-FF26-40BD-AAE9-BF226FEE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6460313" cy="855216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itchFamily="18" charset="0"/>
                <a:cs typeface="Times New Roman" pitchFamily="18" charset="0"/>
              </a:rPr>
              <a:t>SCREEN SHORT</a:t>
            </a:r>
            <a:b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1800" b="1" u="sng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Home page: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022C83FC-436A-4E54-B7D4-A007D68E5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1367296"/>
            <a:ext cx="18473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A932D290-ACED-429A-9E45-4CC1A0236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5788968"/>
            <a:ext cx="7605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09650" algn="l"/>
              </a:tabLs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Description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1009650" algn="l"/>
              </a:tabLs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is home page is display our websites sections information.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D446B-0DFD-4106-8B6C-422B114FA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875" y="1688335"/>
            <a:ext cx="6189032" cy="348133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388267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E6A61-3B2F-45B8-A726-C3AC83465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1800" b="1" u="sng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Temple page:</a:t>
            </a:r>
            <a:endParaRPr lang="en-IN" sz="2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9B2FA6-50C5-4ECF-A35C-99179C682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296" y="1307510"/>
            <a:ext cx="6435716" cy="362009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11BDDCF-8F9D-45D0-9310-E48FD8BC7348}"/>
              </a:ext>
            </a:extLst>
          </p:cNvPr>
          <p:cNvSpPr/>
          <p:nvPr/>
        </p:nvSpPr>
        <p:spPr>
          <a:xfrm>
            <a:off x="677334" y="5602069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</a:pPr>
            <a:r>
              <a:rPr lang="en-US" alt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Description</a:t>
            </a:r>
            <a:endParaRPr lang="en-US" altLang="en-US" sz="10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1009650" algn="l"/>
              </a:tabLst>
            </a:pPr>
            <a:r>
              <a:rPr lang="en-US" alt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is temples card name and description and click to display full detail.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251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FE8B5-6770-41D5-B78C-BDFBC3765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 b="1" u="sng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Temples Sub page: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F204A8-A813-4DE8-8DDF-1EC941321945}"/>
              </a:ext>
            </a:extLst>
          </p:cNvPr>
          <p:cNvSpPr/>
          <p:nvPr/>
        </p:nvSpPr>
        <p:spPr>
          <a:xfrm>
            <a:off x="1186149" y="558800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</a:pP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Description</a:t>
            </a:r>
            <a:endParaRPr lang="en-US" altLang="en-US" sz="105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1009650" algn="l"/>
              </a:tabLst>
            </a:pPr>
            <a:r>
              <a:rPr lang="en-US" alt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is temples subpage to display </a:t>
            </a:r>
            <a:r>
              <a:rPr lang="en-US" alt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aartitime</a:t>
            </a:r>
            <a:r>
              <a:rPr lang="en-US" alt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,darshan time , history and gallery. </a:t>
            </a:r>
            <a:endParaRPr lang="en-US" altLang="en-US" sz="2800" dirty="0">
              <a:latin typeface="Arial" panose="020B0604020202020204" pitchFamily="34" charset="0"/>
            </a:endParaRP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4065D340-58A4-4B15-9284-80BFA0D34E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321" y="1377108"/>
            <a:ext cx="6471728" cy="364034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337734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0E9CF68-5293-4C0F-BED5-19B6AF614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352" y="541996"/>
            <a:ext cx="16914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Donation page: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58AA31B-6CE0-4322-A0D4-8AB49020A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65" y="5425480"/>
            <a:ext cx="37882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09650" algn="l"/>
              </a:tabLs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Description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1009650" algn="l"/>
              </a:tabLst>
            </a:pPr>
            <a:r>
              <a:rPr lang="en-US" alt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is donation page to display form of temple donation.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C5C764-F2EF-4F7B-916D-0AA38677C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725" y="1244906"/>
            <a:ext cx="6896559" cy="38793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58714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AB4F58A-8BBF-4B7C-8C84-E4860C385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213" y="710348"/>
            <a:ext cx="18473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3CF27B8-BE45-4F97-8230-2A326B26E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213" y="5345128"/>
            <a:ext cx="642743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09650" algn="l"/>
              </a:tabLs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Description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1009650" algn="l"/>
              </a:tabLs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will display the product cards to purchase product.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2FBBDD-4616-4FED-B4AA-9C4E6A829863}"/>
              </a:ext>
            </a:extLst>
          </p:cNvPr>
          <p:cNvSpPr/>
          <p:nvPr/>
        </p:nvSpPr>
        <p:spPr>
          <a:xfrm>
            <a:off x="710213" y="614539"/>
            <a:ext cx="12811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Shop page: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A4389E-D1C7-4C5B-8160-A2D4B47A7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080" y="1299990"/>
            <a:ext cx="6427433" cy="351823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95311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813316B-7C9B-472F-B978-A324102FE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996" y="507880"/>
            <a:ext cx="1433406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en-US" sz="1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checkout page</a:t>
            </a:r>
            <a:endParaRPr lang="en-IN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529CE44-195F-46BD-9132-34CAC1C56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996" y="5301787"/>
            <a:ext cx="52881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09650" algn="l"/>
              </a:tabLs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Description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1009650" algn="l"/>
              </a:tabLs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for purchase product to fill this information.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B10FC6-C109-466D-A9FB-3141E66B1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35" y="1099013"/>
            <a:ext cx="7294384" cy="391941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816907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07CBA79-D851-4705-96D4-A7B244328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52" y="633110"/>
            <a:ext cx="122501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Events: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264E13-06D0-4232-8F5C-F6E4369F9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43" y="5446037"/>
            <a:ext cx="80209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09650" algn="l"/>
              </a:tabLs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Description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009650" algn="l"/>
              </a:tabLs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is temple events celebrations information like event name , event date, event location and event description.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BCD23B-8A41-467E-8828-8FCD725AA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467" y="1299990"/>
            <a:ext cx="6355208" cy="357480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765622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8D3485B-8CB2-48BB-BD63-CF0052CE2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9727"/>
            <a:ext cx="27382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Login and Signup page: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3AB21DB-BF26-4ABC-A3B0-24CE99AA1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848" y="4864028"/>
            <a:ext cx="737734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09650" algn="l"/>
              </a:tabLs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Description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1009650" algn="l"/>
              </a:tabLs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is user Login and signup page to enter username and password.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09650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916175-FA10-4364-81AB-4314CAFED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400" y="1534532"/>
            <a:ext cx="3864018" cy="24645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82A0B0-3299-4F94-BA47-F49841EAB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27" y="1534532"/>
            <a:ext cx="3602516" cy="246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44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0AB81B3-39AD-4D68-949A-88771E817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42" y="999242"/>
            <a:ext cx="7670307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F9F35DC-3340-4137-9C6C-CC1A39DBD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68" y="5401558"/>
            <a:ext cx="767030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09650" algn="l"/>
              </a:tabLs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Description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1009650" algn="l"/>
              </a:tabLs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is admin panel to admin manage tables.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ABB053-C0FC-4199-B09E-2BCF3E452898}"/>
              </a:ext>
            </a:extLst>
          </p:cNvPr>
          <p:cNvSpPr/>
          <p:nvPr/>
        </p:nvSpPr>
        <p:spPr>
          <a:xfrm>
            <a:off x="221942" y="501134"/>
            <a:ext cx="20120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Admin Panel:</a:t>
            </a:r>
            <a:endParaRPr lang="en-US" alt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16D856-5449-409A-92B2-CBA8100E4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461" y="1168981"/>
            <a:ext cx="6420193" cy="361135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284162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124E3-7F7E-4324-9436-FE790B339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69507"/>
            <a:ext cx="8596668" cy="47718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8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8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306083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778</TotalTime>
  <Words>550</Words>
  <Application>Microsoft Office PowerPoint</Application>
  <PresentationFormat>Widescreen</PresentationFormat>
  <Paragraphs>91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Times New Roman</vt:lpstr>
      <vt:lpstr>Trebuchet MS</vt:lpstr>
      <vt:lpstr>Wingdings 3</vt:lpstr>
      <vt:lpstr>Facet</vt:lpstr>
      <vt:lpstr>Project Report On Shamballa</vt:lpstr>
      <vt:lpstr>Hospital Accounting Management System</vt:lpstr>
      <vt:lpstr>CONTENT</vt:lpstr>
      <vt:lpstr>INTRODUCTION</vt:lpstr>
      <vt:lpstr>MODULES OF SYSTEM </vt:lpstr>
      <vt:lpstr>OBJECTIVE</vt:lpstr>
      <vt:lpstr>PURPOSE</vt:lpstr>
      <vt:lpstr>DATA FLOW DIAGRAM</vt:lpstr>
      <vt:lpstr>FIRST LEVEL USER DFD</vt:lpstr>
      <vt:lpstr>FIRST LEVEL  ADMIN DFD</vt:lpstr>
      <vt:lpstr>ER DIAGRAM</vt:lpstr>
      <vt:lpstr>DATA DICTIONARY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SCREEN SHORT Home page: </vt:lpstr>
      <vt:lpstr>Temple page:</vt:lpstr>
      <vt:lpstr>Temples Sub page: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on Hospital Account Management System</dc:title>
  <dc:creator>Janavi Soneji</dc:creator>
  <cp:lastModifiedBy>sagar</cp:lastModifiedBy>
  <cp:revision>121</cp:revision>
  <dcterms:created xsi:type="dcterms:W3CDTF">2020-03-16T14:31:54Z</dcterms:created>
  <dcterms:modified xsi:type="dcterms:W3CDTF">2024-04-13T12:54:47Z</dcterms:modified>
</cp:coreProperties>
</file>